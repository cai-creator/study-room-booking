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37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高校自习室智能预约系统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0" spc="1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项目进展汇报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Room Booking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3.2.5  |  MyBatis-Plus  |  MySQL 8.0  |  JWT  |  Knife4j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汇报目录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73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组队概况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团队成员介绍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645160000" dist="322580000"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内部分工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235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模块职责划分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83480" y="1143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1732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开发进度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已完成与进行中工作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210312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后续计划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2356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下一阶段工作安排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组队概况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6人团队，前后端分离开发模式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蔡俊晨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项目负责人 / 后端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2011680" cy="0"/>
          </a:xfrm>
          <a:prstGeom prst="line">
            <a:avLst/>
          </a:prstGeom>
          <a:noFill/>
          <a:ln w="12700">
            <a:solidFill>
              <a:srgbClr val="E8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整体架构设计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数据库设计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API规范制定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1234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陈梦涵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9933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后端开发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2240280"/>
            <a:ext cx="2011680" cy="0"/>
          </a:xfrm>
          <a:prstGeom prst="line">
            <a:avLst/>
          </a:prstGeom>
          <a:noFill/>
          <a:ln w="12700">
            <a:solidFill>
              <a:srgbClr val="E8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空间管理模块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校区/楼栋/楼层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自习室/座位管理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1234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郭学威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19933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后端开发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2240280"/>
            <a:ext cx="2011680" cy="0"/>
          </a:xfrm>
          <a:prstGeom prst="line">
            <a:avLst/>
          </a:prstGeom>
          <a:noFill/>
          <a:ln w="12700">
            <a:solidFill>
              <a:srgbClr val="E8F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预约核心模块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预约流程引擎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使用率报表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1234440"/>
            <a:ext cx="457200" cy="457200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1089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邓祺然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9593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后端开发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12700">
            <a:solidFill>
              <a:srgbClr val="E8F4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297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座位管控模块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签到/签退/暂离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黑名单管理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00200" y="32004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1600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291840" y="31089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8328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虞上昕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83280" y="39593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前端开发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66160" y="4206240"/>
            <a:ext cx="2011680" cy="0"/>
          </a:xfrm>
          <a:prstGeom prst="line">
            <a:avLst/>
          </a:prstGeom>
          <a:noFill/>
          <a:ln w="12700">
            <a:solidFill>
              <a:srgbClr val="E8F4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4297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学生端全部页面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选座预约界面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个人预约看板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43400" y="32004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3434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035040" y="31089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2648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黄宇涵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26480" y="39593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前端开发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4206240"/>
            <a:ext cx="2011680" cy="0"/>
          </a:xfrm>
          <a:prstGeom prst="line">
            <a:avLst/>
          </a:prstGeom>
          <a:noFill/>
          <a:ln w="12700">
            <a:solidFill>
              <a:srgbClr val="E8F4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4297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管理端后台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数据报表页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大屏看板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86600" y="320040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70866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内部分工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按照功能模块划分，后端4人 + 前端2人，职责清晰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" y="11430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80644" y="1143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公共基础设施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0644" y="16002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" y="1673352"/>
            <a:ext cx="13624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负责人: 蔡俊晨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72084" y="1920240"/>
            <a:ext cx="1325880" cy="0"/>
          </a:xfrm>
          <a:prstGeom prst="line">
            <a:avLst/>
          </a:prstGeom>
          <a:noFill/>
          <a:ln w="6350">
            <a:solidFill>
              <a:srgbClr val="E8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" y="1965960"/>
            <a:ext cx="1362456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统一响应封装 Result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JWT认证拦截器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角色权限控制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全局异常处理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MyBatis-Plus配置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99132" y="11430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199132" y="1143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用户与权限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9132" y="16002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72284" y="1673352"/>
            <a:ext cx="13624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负责人: 蔡俊晨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90572" y="1920240"/>
            <a:ext cx="1325880" cy="0"/>
          </a:xfrm>
          <a:prstGeom prst="line">
            <a:avLst/>
          </a:prstGeom>
          <a:noFill/>
          <a:ln w="6350">
            <a:solidFill>
              <a:srgbClr val="E8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72284" y="1965960"/>
            <a:ext cx="1362456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登录/注册/登出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用户CRUD管理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密码修改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BCrypt加密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17620" y="11430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817620" y="1143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空间管理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17620" y="16002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90772" y="1673352"/>
            <a:ext cx="13624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负责人: 陈梦涵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09060" y="1920240"/>
            <a:ext cx="1325880" cy="0"/>
          </a:xfrm>
          <a:prstGeom prst="line">
            <a:avLst/>
          </a:prstGeom>
          <a:noFill/>
          <a:ln w="6350">
            <a:solidFill>
              <a:srgbClr val="E8F4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90772" y="1965960"/>
            <a:ext cx="1362456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校区/楼栋/楼层CRUD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自习室管理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座位管理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座位批量导入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座位排布展示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36108" y="11430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2D8C6F"/>
          </a:solidFill>
          <a:ln/>
        </p:spPr>
      </p:sp>
      <p:sp>
        <p:nvSpPr>
          <p:cNvPr id="24" name="Text 22"/>
          <p:cNvSpPr/>
          <p:nvPr/>
        </p:nvSpPr>
        <p:spPr>
          <a:xfrm>
            <a:off x="5436108" y="1143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预约核心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36108" y="16002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09260" y="1673352"/>
            <a:ext cx="13624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8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负责人: 郭学威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27548" y="1920240"/>
            <a:ext cx="1325880" cy="0"/>
          </a:xfrm>
          <a:prstGeom prst="line">
            <a:avLst/>
          </a:prstGeom>
          <a:noFill/>
          <a:ln w="6350">
            <a:solidFill>
              <a:srgbClr val="E8F4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9260" y="1965960"/>
            <a:ext cx="1362456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预约创建/取消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规则引擎校验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乐观锁并发控制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时段分布报表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54596" y="11430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7054596" y="1143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座位管控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54596" y="16002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27748" y="1673352"/>
            <a:ext cx="13624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负责人: 邓祺然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46036" y="1920240"/>
            <a:ext cx="1325880" cy="0"/>
          </a:xfrm>
          <a:prstGeom prst="line">
            <a:avLst/>
          </a:prstGeom>
          <a:noFill/>
          <a:ln w="6350">
            <a:solidFill>
              <a:srgbClr val="E8F4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27748" y="1965960"/>
            <a:ext cx="1362456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签到/签退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暂离管理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黑名单自动管理</a:t>
            </a:r>
            <a:endParaRPr lang="en-US" sz="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爽约记录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0644" y="3657600"/>
            <a:ext cx="7982712" cy="411480"/>
          </a:xfrm>
          <a:prstGeom prst="roundRect">
            <a:avLst>
              <a:gd name="adj" fmla="val 17778"/>
            </a:avLst>
          </a:prstGeom>
          <a:solidFill>
            <a:srgbClr val="E8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717804" y="3657600"/>
            <a:ext cx="770839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前端开发: 虞上昕 (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学生端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黄宇涵 (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|  </a:t>
            </a:r>
            <a:r>
              <a:rPr lang="zh-CN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已简单设计了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9个页面原型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开发进度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项目已完成基础设施搭建与用户模块开发，数据库设计就绪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80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已完成模块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公共基础 + 用户权限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188720"/>
            <a:ext cx="73152" cy="1188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280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API接口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 + 用户管理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188720"/>
            <a:ext cx="73152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1280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含初始测试数据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188720"/>
            <a:ext cx="73152" cy="1188720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441934"/>
              </p:ext>
            </p:extLst>
          </p:nvPr>
        </p:nvGraphicFramePr>
        <p:xfrm>
          <a:off x="457200" y="2606040"/>
          <a:ext cx="8229600" cy="19385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负责人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公共基础设施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蔡俊晨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初步完成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统一响应/异常处理/JWT/权限/分页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用户与权限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蔡俊晨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初步完成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11个接口，含登录注册/CRUD/权限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空间管理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陈梦涵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待开发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数据库已设计，代码未开始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预约核心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郭学威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待开发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数据库已设计，代码未开始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座位管控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邓祺然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待开发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数据库已设计，代码未开始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前端页面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虞上昕/黄宇涵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设计中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初步简单完成了基本的页面设计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F84D65-F966-43A5-9266-CA16F919F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8" y="166342"/>
            <a:ext cx="4273720" cy="199708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DDF1FFD-C082-438B-8A3F-1AEC93FC7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653" y="166342"/>
            <a:ext cx="3892312" cy="17689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DC74BF0-88BC-49C4-B8CE-69F5FD500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7" y="2274117"/>
            <a:ext cx="4849190" cy="24005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B328BD1-733B-43C5-A2B9-A3BBB5B93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653" y="2486421"/>
            <a:ext cx="4681528" cy="218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8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0CBD1D7-8D5C-4B1B-8F7B-6EDB645B4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229"/>
            <a:ext cx="9144000" cy="451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02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645920" y="1097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91840" y="1097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+ HTML原型  |  </a:t>
            </a:r>
            <a:r>
              <a:rPr lang="zh-CN" alt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r>
              <a:rPr lang="en-US" sz="1000" dirty="0" err="1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0" y="1664208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16642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6642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 |  JWT鉴权  |  Knife4j文档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231136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22311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2311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用户模块 | 空间管理 | 预约核心 | 座位管控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2798064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0B1D33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0" y="27980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7980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|  MyBatis-Plus  |  11张表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后端框架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538728"/>
            <a:ext cx="2194560" cy="0"/>
          </a:xfrm>
          <a:prstGeom prst="line">
            <a:avLst/>
          </a:prstGeom>
          <a:noFill/>
          <a:ln w="6350">
            <a:solidFill>
              <a:srgbClr val="E8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11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3.2.5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Hutool 工具库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15468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3538728"/>
            <a:ext cx="2194560" cy="0"/>
          </a:xfrm>
          <a:prstGeom prst="line">
            <a:avLst/>
          </a:prstGeom>
          <a:noFill/>
          <a:ln w="6350">
            <a:solidFill>
              <a:srgbClr val="E8F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611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 3.5.5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8.0+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逻辑删除/分页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315468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安全认证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3538728"/>
            <a:ext cx="2194560" cy="0"/>
          </a:xfrm>
          <a:prstGeom prst="line">
            <a:avLst/>
          </a:prstGeom>
          <a:noFill/>
          <a:ln w="6350">
            <a:solidFill>
              <a:srgbClr val="E8F4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611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加密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角色拦截器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后续计划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核心业务开发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286000" cy="0"/>
          </a:xfrm>
          <a:prstGeom prst="line">
            <a:avLst/>
          </a:prstGeom>
          <a:noFill/>
          <a:ln w="12700">
            <a:solidFill>
              <a:srgbClr val="E8F4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空间管理模块 (陈梦涵) - 校区/楼栋/楼层/自习室/座位CRUD</a:t>
            </a:r>
            <a:endParaRPr lang="en-US" sz="10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预约核心模块 (郭学威) - 预约流程/规则引擎/并发控制</a:t>
            </a:r>
            <a:endParaRPr lang="en-US" sz="10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座位管控模块 (邓祺然) - 签到签退/暂离/黑名单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第一阶段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前后端联调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0" y="2011680"/>
            <a:ext cx="2286000" cy="0"/>
          </a:xfrm>
          <a:prstGeom prst="line">
            <a:avLst/>
          </a:prstGeom>
          <a:noFill/>
          <a:ln w="12700">
            <a:solidFill>
              <a:srgbClr val="E8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14884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前端Vue工程搭建与页面开发 (虞上昕/黄宇涵)</a:t>
            </a:r>
            <a:endParaRPr lang="en-US" sz="10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API接口对接与Mock数据联调</a:t>
            </a:r>
            <a:endParaRPr lang="en-US" sz="10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Knife4j文档驱动联调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2344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234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第二阶段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测试与优化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2286000" cy="0"/>
          </a:xfrm>
          <a:prstGeom prst="line">
            <a:avLst/>
          </a:prstGeom>
          <a:noFill/>
          <a:ln w="12700">
            <a:solidFill>
              <a:srgbClr val="E8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14884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数据报表模块开发</a:t>
            </a:r>
            <a:endParaRPr lang="en-US" sz="10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系统联调与集成测试</a:t>
            </a:r>
            <a:endParaRPr lang="en-US" sz="10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性能优化与Bug修复</a:t>
            </a:r>
            <a:endParaRPr lang="en-US" sz="10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部署上线与文档完善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2D8C6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234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第三阶段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" y="4389120"/>
            <a:ext cx="7223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25196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425196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92440" y="425196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781812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高校自习室智能预约系统 - 项目进展汇报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技术栈: Spring Boot  |  MyBatis-Plus  |  MySQL  |  JWT  |  Knife4j</a:t>
            </a:r>
            <a:endParaRPr lang="en-US" sz="12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团队: 蔡俊晨 / 陈梦涵 / 郭学威 / 邓祺然 / 虞上昕 / 黄宇涵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422</Words>
  <Application>Microsoft Office PowerPoint</Application>
  <PresentationFormat>全屏显示(16:9)</PresentationFormat>
  <Paragraphs>183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项目进展汇报 - 高校自习室智能预约系统</dc:title>
  <dc:subject/>
  <dc:creator>StudyRoom Booking Team</dc:creator>
  <cp:lastModifiedBy>chen cai</cp:lastModifiedBy>
  <cp:revision>4</cp:revision>
  <dcterms:created xsi:type="dcterms:W3CDTF">2026-07-03T05:00:06Z</dcterms:created>
  <dcterms:modified xsi:type="dcterms:W3CDTF">2026-07-03T07:20:59Z</dcterms:modified>
</cp:coreProperties>
</file>